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E611-759A-CEE1-C687-4AEE1871D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932F8-A6E1-3FDF-4D76-5392D7424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DBEB9-DFC6-CD95-A954-9269AFA2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F0E0E-DD92-9B5D-3DCD-6FDB65B8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7307-C16D-D2F8-AE2E-F4A2197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4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4E36-7E3F-9D24-3913-EAF52610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BE0E-A8FA-6F91-E395-7C25A2850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0F8C5-D4B7-CA30-7384-27B67165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30C7-0ED6-CD95-7DBD-B0B0991C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65351-88B9-A796-8FDA-B4BE2A8C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3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FE5-E358-3C8D-D518-6B469BD0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8386F-F3BF-C58C-6189-6A24A502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0A21-CDE7-EB7B-A533-69C7D0E3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E27B3-8F21-83CA-E7D6-C594F44F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D088B-0501-2E8B-F922-EA77D8F9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2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B4C5-6364-1FCF-E9B4-D598DDB7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2DFF-A004-88CB-71CB-4DE435DEE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FB566-06F6-4CD8-05E6-5493BAE53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2D2F9-E15D-B20A-FEC1-77100439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40B72-374B-7882-FA1C-FD618AEF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C1195-761A-574B-34FA-22FC8084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93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75B6-1BB0-CA63-B17C-9129F056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224C-0955-2AD2-87C8-3C4A75549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E846D-35BD-A07F-5BD0-ACF61620B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CB848-CB5C-8CF0-47AB-8CF4806F1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09743-709D-E53C-4175-999AA7BDA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FA8323-C99C-489C-6B73-5B30F676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34678-A618-9BE4-7FC6-0852F0EC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9C8DC-955D-6B8F-78E3-959FF3B0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0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F5D9-E6A5-A1B7-E597-4734A281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F0354-C25A-7D04-3C16-77FF0818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3E6E9-C172-8EEB-68CE-7F451BA6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9D9D9-D173-0488-D515-96871A40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27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E1770-068E-C9D5-040C-D3B608B3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61097-856E-28E7-772C-8D7FF849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5B3A-6D1E-D150-FEC6-B043F035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BBDA-11E6-0186-FC3F-3318D645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DEE8-4194-50D9-2505-3D6D0715E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BDDC5-CA36-DF4E-1D9B-B84F32228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2CEB6-A2AC-FE78-5255-F50D1320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1C1B-FB9B-CCCE-AF13-55880ECD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16EF6-47BC-6389-0913-DD7BEC1A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1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B3AA-A1A3-D6A1-2FF3-A0CDB8AD1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2BC1F5-98A8-603D-8845-0C476C5B9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5CB53-B39D-C58A-A69C-2EA8FD5C6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788F2-8522-1490-B582-9C96887A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0E0D-7F79-7E7E-0115-70B8CDD4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F0FAD-231E-6CF9-2A3C-43428BB0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29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4FF4-50DE-D546-BE91-AC3E35B5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FB0C0-A35B-C762-AD19-D70F0A040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7C96F-5775-2B24-9DBC-E404E067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1958A-7D01-C528-CE61-47D5B6F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6BB8-EFA5-4FE0-6309-2E30B410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64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908F1-03BB-DA88-5AC4-DCDF21ED9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6751B-9E7B-CE35-7F16-00CC9030A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301E-6A7C-BE87-066D-ABBF160B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BE12-562F-0E0C-E118-74C4E6A4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46568-4489-FB60-1390-88FBE42F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2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3AFA0-FF81-CA5C-BAEA-72E3F4C2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D28B5-73C0-B261-C2D9-704F0EB3A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7B3EB-BFB9-32B9-6A7F-BF3B2DDA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0F7CE-572C-4595-958C-8FA3FA84192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F6D4-BB04-E2CA-6985-6078AD8CD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CF61-87C2-6627-AC00-87A0AA3A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BD732-2A8B-4726-9E55-321D1B11E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56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74257F-5691-5CEF-F6A3-4A13B3D9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75" y="509163"/>
            <a:ext cx="5222450" cy="1014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0D873-C4A6-B46E-FB19-E66C0F21428E}"/>
              </a:ext>
            </a:extLst>
          </p:cNvPr>
          <p:cNvSpPr txBox="1"/>
          <p:nvPr/>
        </p:nvSpPr>
        <p:spPr>
          <a:xfrm>
            <a:off x="538899" y="1695168"/>
            <a:ext cx="1111420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  <a:p>
            <a:pPr algn="ctr">
              <a:spcAft>
                <a:spcPts val="1200"/>
              </a:spcAft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Intermediate Review </a:t>
            </a:r>
          </a:p>
          <a:p>
            <a:pPr algn="ctr">
              <a:spcAft>
                <a:spcPts val="1200"/>
              </a:spcAf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Data Science Intern At Dyashin Technosoft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</a:pP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5D103C-8648-73BD-E221-0D3C43C3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929326" y="6492875"/>
            <a:ext cx="4114800" cy="365125"/>
          </a:xfrm>
        </p:spPr>
        <p:txBody>
          <a:bodyPr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AI&amp;DS 8TH SEM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B2590-CAFE-4669-BD57-19DDFFF86C9D}"/>
              </a:ext>
            </a:extLst>
          </p:cNvPr>
          <p:cNvSpPr txBox="1"/>
          <p:nvPr/>
        </p:nvSpPr>
        <p:spPr>
          <a:xfrm>
            <a:off x="538899" y="4695952"/>
            <a:ext cx="3382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Tirakapadi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1ST22AD002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DADF8-74CD-4A19-17A1-71CDC2B52EE0}"/>
              </a:ext>
            </a:extLst>
          </p:cNvPr>
          <p:cNvSpPr txBox="1"/>
          <p:nvPr/>
        </p:nvSpPr>
        <p:spPr>
          <a:xfrm>
            <a:off x="8967956" y="4695952"/>
            <a:ext cx="3037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 name: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Nagaraja P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Sahana L</a:t>
            </a:r>
          </a:p>
        </p:txBody>
      </p:sp>
    </p:spTree>
    <p:extLst>
      <p:ext uri="{BB962C8B-B14F-4D97-AF65-F5344CB8AC3E}">
        <p14:creationId xmlns:p14="http://schemas.microsoft.com/office/powerpoint/2010/main" val="61298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086D-971D-26B6-7A64-64C66539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032927" cy="10207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B8DB3-68BE-10A2-29E6-4710F1889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544" y="973757"/>
            <a:ext cx="11714671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focused on learning Data Science from the ground up, starting from fundamentals of hardware and software all the way to Machine Learning.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Covered Python basics including data types, loops, conditional statements, data structures, and key algorithms relevant to technical interviews.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with core libraries including NumPy, Pandas, Matplotlib, Seaborn, Plotly, and Scikit-learn using VS Code as the primary IDE.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through case studies, mini projects, and presentations in front of the mentor.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Participated in debates, discussions, and is currently progressing into building and experimenting with Machine Learning models. </a:t>
            </a:r>
          </a:p>
        </p:txBody>
      </p:sp>
    </p:spTree>
    <p:extLst>
      <p:ext uri="{BB962C8B-B14F-4D97-AF65-F5344CB8AC3E}">
        <p14:creationId xmlns:p14="http://schemas.microsoft.com/office/powerpoint/2010/main" val="235666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D4E9-385E-D37B-23A8-D08288F0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453967" cy="99172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CE189B-D76B-634F-5A46-315E22A28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421" y="1021058"/>
            <a:ext cx="11095705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Python programming from scratch covering data types, loops, conditional statements, data structures, and basic algorithms.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knowledge with data manipulation libraries: NumPy and Pandas.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on data visualization using Matplotlib, Seaborn, and Plotly for statistical graphs and insights.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Explored Machine Learning concepts and started building and experimenting with ML models using Scikit-learn.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interview-relevant coding problems and developed problem-solving skills.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Engaged in debates, case study presentations, and collaborative discussions with peers and mentor. </a:t>
            </a:r>
          </a:p>
        </p:txBody>
      </p:sp>
    </p:spTree>
    <p:extLst>
      <p:ext uri="{BB962C8B-B14F-4D97-AF65-F5344CB8AC3E}">
        <p14:creationId xmlns:p14="http://schemas.microsoft.com/office/powerpoint/2010/main" val="2287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B6F6-0A09-04ED-6F80-3997438A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80037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phase - 01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9BE326-BFD4-3B5F-231F-90ACB45CD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375" y="1006486"/>
            <a:ext cx="10709508" cy="5340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Dataset Analysis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wrangling, and Exploratory Data Analysis (EDA) on a Kaggle dataset of shape (9999, 9).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Answered key analytical questions: highest profit movies, IMDB top 100, best director, popular genres, and favorite actors.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statistical graphs and visualizations for better interpretation of data patterns and trends.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critic-favorite and audience-favorite actors through data-driven analysis.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stack: Python, NumPy, Pandas, Matplotlib, Seaborn.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findings to the mentor and received appreciation for the quality of the analysis. </a:t>
            </a:r>
          </a:p>
        </p:txBody>
      </p:sp>
    </p:spTree>
    <p:extLst>
      <p:ext uri="{BB962C8B-B14F-4D97-AF65-F5344CB8AC3E}">
        <p14:creationId xmlns:p14="http://schemas.microsoft.com/office/powerpoint/2010/main" val="12908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3497-3AFD-92F3-E133-3A167B21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074" y="-307360"/>
            <a:ext cx="546446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phase - 02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239281-3325-2BB0-7B56-12982708C7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851" y="501645"/>
            <a:ext cx="10961298" cy="635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Births Case Study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Conducted statistical analysis on a US Births dataset covering data cleaning, outlier detection, and descriptive statistics.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average, median, standard deviation, and IQR of births per day of week to identify patterns.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outliers using the IQR method and created Box plots, Histograms, and KDE plots for visual analysis.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that births peak mid-week (Tue-Thu) and the 50% annual birth threshold is reached around late June to early July.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Prepared a detailed report and presented findings to the mentor — received appreciation for depth of analysis.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stack: Python, NumPy, Pandas, Matplotlib, Seaborn. </a:t>
            </a:r>
          </a:p>
        </p:txBody>
      </p:sp>
    </p:spTree>
    <p:extLst>
      <p:ext uri="{BB962C8B-B14F-4D97-AF65-F5344CB8AC3E}">
        <p14:creationId xmlns:p14="http://schemas.microsoft.com/office/powerpoint/2010/main" val="96925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AE149-3E19-7CF2-C655-B9632BA5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9681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– In Progress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09147-51AC-7C3D-13FF-6DFB4F941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35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130D-76A3-831B-1093-29126597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8" y="371064"/>
            <a:ext cx="4490327" cy="6296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08AD-AA67-5DC4-FDD1-D90E25903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606" y="931278"/>
            <a:ext cx="10515600" cy="5475274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strong knowledge in Python programming and core Data Science libraries.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skills in data cleaning, wrangling, EDA, and statistical analysis on real-world datasets.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skills through regular mentor interactions, debates, and professional presentations.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important knowledge gaps and strengthened fundamentals that were missed during coursework.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create effective reports and present technical work in a professional manner.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progressing into Machine Learning — building and experimenting with models using Scikit-learn.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08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D3B9-EABC-19DD-2EFC-2C52F405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2783"/>
            <a:ext cx="3243196" cy="109802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9122EB-B1F9-4CF9-0707-42E700023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332" y="1030015"/>
            <a:ext cx="11174082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solid knowledge in Python, Data Science, and foundational Machine Learning concepts.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two data analysis mini projects with appreciation received from the mentor for the quality of work.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Currently in the process of developing the major project — progressing into ML model building and experimentation.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improved communication skills, professional presentation ability, and technical report writing.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a rewarding internship experience that bridged gaps in knowledge and built confidence in applying Data Science skills. </a:t>
            </a:r>
          </a:p>
        </p:txBody>
      </p:sp>
    </p:spTree>
    <p:extLst>
      <p:ext uri="{BB962C8B-B14F-4D97-AF65-F5344CB8AC3E}">
        <p14:creationId xmlns:p14="http://schemas.microsoft.com/office/powerpoint/2010/main" val="524949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653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 </vt:lpstr>
      <vt:lpstr>Learning overview</vt:lpstr>
      <vt:lpstr>Mini project phase - 01</vt:lpstr>
      <vt:lpstr>Mini project phase - 02</vt:lpstr>
      <vt:lpstr>Major project – In Progress </vt:lpstr>
      <vt:lpstr>Learning Outcomes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sanyukta das</dc:creator>
  <cp:lastModifiedBy>Aditya T</cp:lastModifiedBy>
  <cp:revision>6</cp:revision>
  <dcterms:created xsi:type="dcterms:W3CDTF">2026-04-13T05:50:41Z</dcterms:created>
  <dcterms:modified xsi:type="dcterms:W3CDTF">2026-04-13T08:29:34Z</dcterms:modified>
</cp:coreProperties>
</file>